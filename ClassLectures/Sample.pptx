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4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64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8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0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5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55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51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11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77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8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3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63D9C-DE19-439C-8CEE-9406D76A808F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80E44-B015-428D-B635-0B850164D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33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17637"/>
              </p:ext>
            </p:extLst>
          </p:nvPr>
        </p:nvGraphicFramePr>
        <p:xfrm>
          <a:off x="270577" y="721895"/>
          <a:ext cx="4811562" cy="566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81156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Comment Section (// or /*…*/)</a:t>
                      </a:r>
                      <a:endParaRPr lang="en-US" sz="2800" dirty="0"/>
                    </a:p>
                  </a:txBody>
                  <a:tcPr/>
                </a:tc>
              </a:tr>
              <a:tr h="46878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Package</a:t>
                      </a:r>
                      <a:r>
                        <a:rPr lang="en-US" sz="2800" baseline="0" dirty="0" smtClean="0"/>
                        <a:t> Section (package </a:t>
                      </a:r>
                      <a:r>
                        <a:rPr lang="en-US" sz="2800" baseline="0" dirty="0" err="1" smtClean="0"/>
                        <a:t>gmrit.cse</a:t>
                      </a:r>
                      <a:r>
                        <a:rPr lang="en-US" sz="2800" baseline="0" dirty="0" smtClean="0"/>
                        <a:t>)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Import Section (import </a:t>
                      </a:r>
                      <a:r>
                        <a:rPr lang="en-US" sz="2800" dirty="0" err="1" smtClean="0"/>
                        <a:t>java.util</a:t>
                      </a:r>
                      <a:r>
                        <a:rPr lang="en-US" sz="2800" dirty="0" smtClean="0"/>
                        <a:t>.*)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Interface Section</a:t>
                      </a:r>
                      <a:r>
                        <a:rPr lang="en-US" sz="2800" baseline="0" dirty="0" smtClean="0"/>
                        <a:t> (interface)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Class Section (use the class keyword to create multiple</a:t>
                      </a:r>
                      <a:r>
                        <a:rPr lang="en-US" sz="2800" baseline="0" dirty="0" smtClean="0"/>
                        <a:t> classes without Main function</a:t>
                      </a:r>
                      <a:r>
                        <a:rPr lang="en-US" sz="2800" dirty="0" smtClean="0"/>
                        <a:t>)</a:t>
                      </a:r>
                      <a:endParaRPr lang="en-US" sz="28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Main Class Section(use the class keyword to </a:t>
                      </a:r>
                      <a:r>
                        <a:rPr lang="en-US" sz="2800" smtClean="0"/>
                        <a:t>create One Main </a:t>
                      </a:r>
                      <a:r>
                        <a:rPr lang="en-US" sz="2800" dirty="0" smtClean="0"/>
                        <a:t>Class with Main function)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561349" y="-114923"/>
            <a:ext cx="622106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Structure of JAVA Program</a:t>
            </a:r>
            <a:endParaRPr lang="en-US" sz="4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 flipH="1">
            <a:off x="5370895" y="500097"/>
            <a:ext cx="6035037" cy="267765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class Fruit{</a:t>
            </a:r>
          </a:p>
          <a:p>
            <a:r>
              <a:rPr lang="en-US" sz="2800" dirty="0" smtClean="0"/>
              <a:t>  </a:t>
            </a:r>
            <a:r>
              <a:rPr lang="en-US" sz="2800" dirty="0" err="1" smtClean="0"/>
              <a:t>int</a:t>
            </a:r>
            <a:r>
              <a:rPr lang="en-US" sz="2800" dirty="0" smtClean="0"/>
              <a:t> fid;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String </a:t>
            </a:r>
            <a:r>
              <a:rPr lang="en-US" sz="2800" dirty="0" err="1" smtClean="0"/>
              <a:t>fname</a:t>
            </a:r>
            <a:r>
              <a:rPr lang="en-US" sz="2800" dirty="0" smtClean="0"/>
              <a:t>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void display(){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………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}} </a:t>
            </a:r>
            <a:endParaRPr lang="en-US" sz="2800" dirty="0"/>
          </a:p>
        </p:txBody>
      </p:sp>
      <p:sp>
        <p:nvSpPr>
          <p:cNvPr id="8" name="TextBox 7"/>
          <p:cNvSpPr txBox="1"/>
          <p:nvPr/>
        </p:nvSpPr>
        <p:spPr>
          <a:xfrm flipH="1">
            <a:off x="5370896" y="3177753"/>
            <a:ext cx="6035037" cy="35394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public class </a:t>
            </a:r>
            <a:r>
              <a:rPr lang="en-US" sz="2800" dirty="0" err="1" smtClean="0"/>
              <a:t>MainClass</a:t>
            </a:r>
            <a:r>
              <a:rPr lang="en-US" sz="2800" dirty="0" smtClean="0"/>
              <a:t>{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//</a:t>
            </a:r>
            <a:r>
              <a:rPr lang="en-US" sz="2800" dirty="0" err="1" smtClean="0"/>
              <a:t>DataMembers</a:t>
            </a:r>
            <a:endParaRPr lang="en-US" sz="2800" dirty="0" smtClean="0"/>
          </a:p>
          <a:p>
            <a:r>
              <a:rPr lang="en-US" sz="2800" dirty="0"/>
              <a:t> </a:t>
            </a:r>
            <a:r>
              <a:rPr lang="en-US" sz="2800" dirty="0" smtClean="0"/>
              <a:t>public static void main(String </a:t>
            </a:r>
            <a:r>
              <a:rPr lang="en-US" sz="2800" dirty="0" err="1" smtClean="0"/>
              <a:t>args</a:t>
            </a:r>
            <a:r>
              <a:rPr lang="en-US" sz="2800" dirty="0" smtClean="0"/>
              <a:t>[]){</a:t>
            </a:r>
          </a:p>
          <a:p>
            <a:r>
              <a:rPr lang="en-US" sz="2800" dirty="0" smtClean="0"/>
              <a:t>   Fruit f=new Fruit();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</a:t>
            </a:r>
            <a:r>
              <a:rPr lang="en-US" sz="2800" dirty="0" err="1" smtClean="0"/>
              <a:t>f.fid</a:t>
            </a:r>
            <a:r>
              <a:rPr lang="en-US" sz="2800" dirty="0" smtClean="0"/>
              <a:t>=1216;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</a:t>
            </a:r>
            <a:r>
              <a:rPr lang="en-US" sz="2800" dirty="0" err="1" smtClean="0"/>
              <a:t>f.fname</a:t>
            </a:r>
            <a:r>
              <a:rPr lang="en-US" sz="2800" dirty="0" smtClean="0"/>
              <a:t>=“Orange”;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  </a:t>
            </a:r>
            <a:r>
              <a:rPr lang="en-US" sz="2800" dirty="0" err="1" smtClean="0"/>
              <a:t>f.display</a:t>
            </a:r>
            <a:r>
              <a:rPr lang="en-US" sz="2800" dirty="0" smtClean="0"/>
              <a:t>();</a:t>
            </a:r>
          </a:p>
          <a:p>
            <a:r>
              <a:rPr lang="en-US" sz="2800" dirty="0"/>
              <a:t> </a:t>
            </a:r>
            <a:r>
              <a:rPr lang="en-US" sz="2800" dirty="0" smtClean="0"/>
              <a:t>}}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2237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107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GANGU</dc:creator>
  <cp:lastModifiedBy>GANGU</cp:lastModifiedBy>
  <cp:revision>7</cp:revision>
  <dcterms:created xsi:type="dcterms:W3CDTF">2026-07-16T08:44:12Z</dcterms:created>
  <dcterms:modified xsi:type="dcterms:W3CDTF">2026-07-16T09:58:49Z</dcterms:modified>
</cp:coreProperties>
</file>